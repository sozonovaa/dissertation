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6" r:id="rId6"/>
    <p:sldId id="267" r:id="rId7"/>
    <p:sldId id="268" r:id="rId8"/>
    <p:sldId id="269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Разработка и исследование системы управления электроприводом с использованием векторной ШИМ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153400" cy="1752600"/>
          </a:xfrm>
        </p:spPr>
        <p:txBody>
          <a:bodyPr/>
          <a:lstStyle/>
          <a:p>
            <a:pPr algn="r"/>
            <a:r>
              <a:rPr lang="ru-RU" dirty="0" smtClean="0"/>
              <a:t>Выполнил: студент гр.5404 Созонов А.А.</a:t>
            </a:r>
          </a:p>
          <a:p>
            <a:pPr algn="r"/>
            <a:r>
              <a:rPr lang="ru-RU" dirty="0" smtClean="0"/>
              <a:t>Руководитель: д.т.н., доцент  Белов М.П.</a:t>
            </a:r>
          </a:p>
          <a:p>
            <a:pPr algn="l"/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533400"/>
            <a:ext cx="238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Объект исследования: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990600"/>
            <a:ext cx="8153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Разработанная схема трансмиссии: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66800"/>
            <a:ext cx="8153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Структурная схема СУ самосвала: 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8458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Сравнение разгона самосвала при векторной и синусоидальной ШИМ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76400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Сравнение управляющих сигналов, подаваемых на ШИМ модуль микропроцессора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 r="1632"/>
          <a:stretch>
            <a:fillRect/>
          </a:stretch>
        </p:blipFill>
        <p:spPr bwMode="auto">
          <a:xfrm>
            <a:off x="304800" y="2362200"/>
            <a:ext cx="838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Скорость Электропривода при приложении максимальной нагрузки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382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Токи Электропривода </a:t>
            </a:r>
            <a:r>
              <a:rPr lang="ru-RU" dirty="0" smtClean="0"/>
              <a:t>при приложении максимальной нагрузки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098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r>
              <a:rPr lang="ru-RU" dirty="0" smtClean="0"/>
              <a:t>Был разработан программный код для генерации сигнала Векторной ШИМ</a:t>
            </a:r>
          </a:p>
          <a:p>
            <a:r>
              <a:rPr lang="ru-RU" dirty="0" smtClean="0"/>
              <a:t>Графики скорости при использовании метода векторной ШИМ, носят удовлетворительный </a:t>
            </a:r>
            <a:r>
              <a:rPr lang="ru-RU" dirty="0" smtClean="0"/>
              <a:t>характер</a:t>
            </a:r>
            <a:endParaRPr lang="ru-RU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88</Words>
  <PresentationFormat>Экран (4:3)</PresentationFormat>
  <Paragraphs>14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Разработка и исследование системы управления электроприводом с использованием векторной ШИМ</vt:lpstr>
      <vt:lpstr>Слайд 2</vt:lpstr>
      <vt:lpstr>Слайд 3</vt:lpstr>
      <vt:lpstr>Слайд 4</vt:lpstr>
      <vt:lpstr>Сравнение разгона самосвала при векторной и синусоидальной ШИМ</vt:lpstr>
      <vt:lpstr>Сравнение управляющих сигналов, подаваемых на ШИМ модуль микропроцессора</vt:lpstr>
      <vt:lpstr>Скорость Электропривода при приложении максимальной нагрузки</vt:lpstr>
      <vt:lpstr>Токи Электропривода при приложении максимальной нагрузки</vt:lpstr>
      <vt:lpstr>Выводы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исследование системы управления с использованием векторной ШИМ</dc:title>
  <dc:creator>Андрей</dc:creator>
  <cp:lastModifiedBy>Андрей</cp:lastModifiedBy>
  <cp:revision>8</cp:revision>
  <dcterms:created xsi:type="dcterms:W3CDTF">2019-12-25T16:56:08Z</dcterms:created>
  <dcterms:modified xsi:type="dcterms:W3CDTF">2021-05-05T14:38:03Z</dcterms:modified>
</cp:coreProperties>
</file>