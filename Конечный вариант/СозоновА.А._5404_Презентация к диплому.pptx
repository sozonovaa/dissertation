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  <p:sldId id="264" r:id="rId3"/>
    <p:sldId id="274" r:id="rId4"/>
    <p:sldId id="275" r:id="rId5"/>
    <p:sldId id="276" r:id="rId6"/>
    <p:sldId id="277" r:id="rId7"/>
    <p:sldId id="266" r:id="rId8"/>
    <p:sldId id="273" r:id="rId9"/>
  </p:sldIdLst>
  <p:sldSz cx="9144000" cy="6858000" type="screen4x3"/>
  <p:notesSz cx="6858000" cy="9144000"/>
  <p:defaultTextStyle>
    <a:defPPr>
      <a:defRPr lang="en-US"/>
    </a:defPPr>
    <a:lvl1pPr marL="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9118" autoAdjust="0"/>
    <p:restoredTop sz="94624" autoAdjust="0"/>
  </p:normalViewPr>
  <p:slideViewPr>
    <p:cSldViewPr>
      <p:cViewPr>
        <p:scale>
          <a:sx n="66" d="100"/>
          <a:sy n="66" d="100"/>
        </p:scale>
        <p:origin x="-1242" y="-21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624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7EAF463A-BC7C-46EE-9F1E-7F377CCA4891}" type="datetimeFigureOut">
              <a:rPr lang="en-US" smtClean="0"/>
              <a:pPr/>
              <a:t>5/22/2021</a:t>
            </a:fld>
            <a:endParaRPr lang="en-US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Прямоугольник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Прямоугольник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Прямоугольник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Прямоугольник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5/22/2021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Содержимое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7EAF463A-BC7C-46EE-9F1E-7F377CCA4891}" type="datetimeFigureOut">
              <a:rPr lang="en-US" smtClean="0"/>
              <a:pPr/>
              <a:t>5/22/2021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Прямоугольник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Прямоугольник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5/22/2021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Содержимое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1" name="Содержимое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5/22/2021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Содержимое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Содержимое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5/22/2021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Равнобедренный треугольник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5/22/2021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Прямая соединительная линия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Равнобедренный треугольник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5/22/2021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Прямая соединительная линия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Прямая соединительная линия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Равнобедренный треугольник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Содержимое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5/22/2021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Прямая соединительная линия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Равнобедренный треугольник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Прямоугольник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5/22/2021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5/22/2021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Прямая соединительная линия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Равнобедренный треугольник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7EAF463A-BC7C-46EE-9F1E-7F377CCA4891}" type="datetimeFigureOut">
              <a:rPr lang="en-US" smtClean="0"/>
              <a:pPr/>
              <a:t>5/22/2021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Прямая соединительная линия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Прямая соединительная линия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Равнобедренный треугольник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381000"/>
            <a:ext cx="9144000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Санкт-Петербургский государственный электротехнический университет «ЛЭТИ» им. В.И. Ульянова (Ленина)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 РАПС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600200" y="2209800"/>
            <a:ext cx="596362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Тема выпускной квалификационной работы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685800" y="2743200"/>
            <a:ext cx="76962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cap="small" dirty="0" smtClean="0"/>
              <a:t>«</a:t>
            </a:r>
            <a:r>
              <a:rPr lang="ru-RU" sz="2400" cap="small" dirty="0" smtClean="0">
                <a:latin typeface="Times New Roman" pitchFamily="18" charset="0"/>
                <a:cs typeface="Times New Roman" pitchFamily="18" charset="0"/>
              </a:rPr>
              <a:t>РАЗРАБОТКА И ИССЛЕДОВАНИЕ СИСТЕМЫ УПРАВЛЕНИЯ ЭЛЕКТРОПРИВОДОМ С ИСПОЛЬЗОВАНИЕМ ВЕКТОРНОЙ ШИРОТНО-ИМПУЛЬСНОЙ МОДУЛЯЦИИ</a:t>
            </a:r>
            <a:r>
              <a:rPr lang="ru-RU" sz="2400" cap="all" dirty="0" smtClean="0"/>
              <a:t>»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685800" y="4724400"/>
            <a:ext cx="7239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Автор: Созонов А.А. группа 5404</a:t>
            </a:r>
          </a:p>
          <a:p>
            <a:r>
              <a:rPr lang="ru-RU" dirty="0" smtClean="0"/>
              <a:t>Научный руководитель: д.т.н. Белов М.П.</a:t>
            </a:r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2667000" y="5562600"/>
            <a:ext cx="381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Санкт-Петербург</a:t>
            </a:r>
          </a:p>
          <a:p>
            <a:pPr algn="ctr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20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21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533400" y="152400"/>
            <a:ext cx="8229600" cy="990600"/>
          </a:xfrm>
        </p:spPr>
        <p:txBody>
          <a:bodyPr>
            <a:normAutofit/>
          </a:bodyPr>
          <a:lstStyle/>
          <a:p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Цель и задачи</a:t>
            </a: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Содержимое 1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382000" cy="5105400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Цель: </a:t>
            </a:r>
          </a:p>
          <a:p>
            <a:pPr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Разработка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и исследование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системы управления тяговым асинхронным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электроприводом с использованием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алгоритмов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векторной ШИМ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Задачи:</a:t>
            </a:r>
          </a:p>
          <a:p>
            <a:pPr>
              <a:buFont typeface="Arial" pitchFamily="34" charset="0"/>
              <a:buChar char="•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Изучение объекта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исследования</a:t>
            </a:r>
          </a:p>
          <a:p>
            <a:pPr>
              <a:buFont typeface="Arial" pitchFamily="34" charset="0"/>
              <a:buChar char="•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Исследование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алгоритма формирования сигналов с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использованием векторной ШИМ</a:t>
            </a:r>
          </a:p>
          <a:p>
            <a:pPr>
              <a:buFont typeface="Arial" pitchFamily="34" charset="0"/>
              <a:buChar char="•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Разработка структурной схемы системы управления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электроприводом</a:t>
            </a:r>
          </a:p>
          <a:p>
            <a:pPr>
              <a:buFont typeface="Arial" pitchFamily="34" charset="0"/>
              <a:buChar char="•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Разработка алгоритмов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работы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электропривода</a:t>
            </a:r>
          </a:p>
          <a:p>
            <a:pPr>
              <a:buFont typeface="Arial" pitchFamily="34" charset="0"/>
              <a:buChar char="•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Моделирование разработанной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системы</a:t>
            </a:r>
          </a:p>
          <a:p>
            <a:pPr>
              <a:buFont typeface="Arial" pitchFamily="34" charset="0"/>
              <a:buChar char="•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Проверка разработанных алгоритмов на объекте исследования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305800" y="6324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2</a:t>
            </a:r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Объект исследования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ru-RU" dirty="0" err="1" smtClean="0"/>
              <a:t>БелАЗ</a:t>
            </a:r>
            <a:r>
              <a:rPr lang="ru-RU" dirty="0" smtClean="0"/>
              <a:t> 75711, </a:t>
            </a:r>
            <a:r>
              <a:rPr lang="ru-RU" dirty="0" smtClean="0"/>
              <a:t>грузоподъемностью </a:t>
            </a:r>
            <a:r>
              <a:rPr lang="ru-RU" dirty="0" smtClean="0"/>
              <a:t>450 </a:t>
            </a:r>
            <a:r>
              <a:rPr lang="ru-RU" dirty="0" smtClean="0"/>
              <a:t>тонн</a:t>
            </a:r>
          </a:p>
          <a:p>
            <a:endParaRPr lang="ru-RU" dirty="0"/>
          </a:p>
        </p:txBody>
      </p:sp>
      <p:pic>
        <p:nvPicPr>
          <p:cNvPr id="4" name="Рисунок 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1905000"/>
            <a:ext cx="72390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Функциональная схема СУ оси самосвала</a:t>
            </a:r>
            <a:endParaRPr lang="ru-RU" dirty="0"/>
          </a:p>
        </p:txBody>
      </p:sp>
      <p:pic>
        <p:nvPicPr>
          <p:cNvPr id="4" name="Содержимое 3"/>
          <p:cNvPicPr>
            <a:picLocks noGrp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609600" y="1752600"/>
            <a:ext cx="8077200" cy="4191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Векторная ШИМ. Принцип работы. Алгоритм получения заданного вектора напряжения.</a:t>
            </a:r>
            <a:endParaRPr lang="ru-RU" dirty="0"/>
          </a:p>
        </p:txBody>
      </p:sp>
      <p:pic>
        <p:nvPicPr>
          <p:cNvPr id="4" name="Содержимое 3"/>
          <p:cNvPicPr>
            <a:picLocks noGrp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1981200"/>
            <a:ext cx="3657600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Рисунок 4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00600" y="1295400"/>
            <a:ext cx="34290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Рисунок 5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19600" y="3657600"/>
            <a:ext cx="4301836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Векторная ШИМ. Результат работы алгоритма.</a:t>
            </a:r>
            <a:endParaRPr lang="ru-RU" dirty="0"/>
          </a:p>
        </p:txBody>
      </p:sp>
      <p:pic>
        <p:nvPicPr>
          <p:cNvPr id="20482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62000" y="1295400"/>
            <a:ext cx="3886200" cy="24522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0" y="3962400"/>
            <a:ext cx="8153400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484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343400" y="1219201"/>
            <a:ext cx="4291296" cy="2588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Заключение</a:t>
            </a:r>
            <a:endParaRPr lang="ru-RU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Содержимое 1"/>
          <p:cNvSpPr>
            <a:spLocks noGrp="1"/>
          </p:cNvSpPr>
          <p:nvPr>
            <p:ph sz="quarter" idx="1"/>
          </p:nvPr>
        </p:nvSpPr>
        <p:spPr>
          <a:xfrm>
            <a:off x="457200" y="1447800"/>
            <a:ext cx="8229600" cy="4572000"/>
          </a:xfrm>
        </p:spPr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Разработана система управления вентиляцией силового шкафа карьерного самосвала</a:t>
            </a:r>
          </a:p>
          <a:p>
            <a:pPr>
              <a:buFont typeface="Arial" pitchFamily="34" charset="0"/>
              <a:buChar char="•"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При внедрении предложенного способа охлаждения ожидается уменьшение энергопотребления за счет наличия обратной связи по температуре кристалла транзистора, а так же обеспечение более качественного охлаждения транзисторов</a:t>
            </a:r>
          </a:p>
          <a:p>
            <a:pPr>
              <a:buFont typeface="Arial" pitchFamily="34" charset="0"/>
              <a:buChar char="•"/>
            </a:pPr>
            <a:endParaRPr lang="ru-RU" dirty="0" smtClean="0"/>
          </a:p>
          <a:p>
            <a:pPr>
              <a:buNone/>
            </a:pPr>
            <a:endParaRPr lang="ru-RU" dirty="0" smtClean="0"/>
          </a:p>
          <a:p>
            <a:pPr>
              <a:buFont typeface="Arial" pitchFamily="34" charset="0"/>
              <a:buChar char="•"/>
            </a:pP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8305800" y="632460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16</a:t>
            </a:r>
            <a:endParaRPr lang="ru-RU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971800"/>
            <a:ext cx="8229600" cy="990600"/>
          </a:xfrm>
        </p:spPr>
        <p:txBody>
          <a:bodyPr/>
          <a:lstStyle/>
          <a:p>
            <a:pPr algn="ctr"/>
            <a:r>
              <a:rPr lang="ru-RU" dirty="0" smtClean="0"/>
              <a:t>Благодарю за внимание!</a:t>
            </a:r>
            <a:endParaRPr lang="ru-RU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Начальная">
  <a:themeElements>
    <a:clrScheme name="Начальная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Начальная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Начальная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525</TotalTime>
  <Words>128</Words>
  <PresentationFormat>Экран (4:3)</PresentationFormat>
  <Paragraphs>30</Paragraphs>
  <Slides>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Начальная</vt:lpstr>
      <vt:lpstr>Слайд 1</vt:lpstr>
      <vt:lpstr>Цель и задачи</vt:lpstr>
      <vt:lpstr>Объект исследования</vt:lpstr>
      <vt:lpstr>Функциональная схема СУ оси самосвала</vt:lpstr>
      <vt:lpstr>Векторная ШИМ. Принцип работы. Алгоритм получения заданного вектора напряжения.</vt:lpstr>
      <vt:lpstr>Векторная ШИМ. Результат работы алгоритма.</vt:lpstr>
      <vt:lpstr>Заключение</vt:lpstr>
      <vt:lpstr>Благодарю за внимание!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Отчет по преддипломной практике</dc:title>
  <dc:creator>Андрей</dc:creator>
  <cp:lastModifiedBy>Андрей</cp:lastModifiedBy>
  <cp:revision>56</cp:revision>
  <dcterms:created xsi:type="dcterms:W3CDTF">2019-05-27T16:25:29Z</dcterms:created>
  <dcterms:modified xsi:type="dcterms:W3CDTF">2021-05-22T10:16:08Z</dcterms:modified>
</cp:coreProperties>
</file>